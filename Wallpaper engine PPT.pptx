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1332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33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44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643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421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212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3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289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715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385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5665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598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797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34474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919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134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03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8E27B5A-6B19-410F-8D45-148BC835A2E2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07CD597E-5EB7-45BD-BC5E-F90854CC9C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62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AD197-6D8F-9BD4-D197-0777189458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58065"/>
            <a:ext cx="12192000" cy="855406"/>
          </a:xfrm>
        </p:spPr>
        <p:txBody>
          <a:bodyPr/>
          <a:lstStyle/>
          <a:p>
            <a:pPr algn="ctr"/>
            <a:r>
              <a:rPr lang="en-US" dirty="0"/>
              <a:t>WALLPAPER ENGINE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A0BAD-E1B3-0A18-5F47-3FA090831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BY:-</a:t>
            </a:r>
          </a:p>
          <a:p>
            <a:r>
              <a:rPr lang="en-US" dirty="0"/>
              <a:t>HEMANTH NAIK.M (1HC24IS013)</a:t>
            </a:r>
          </a:p>
          <a:p>
            <a:r>
              <a:rPr lang="en-US" dirty="0"/>
              <a:t>KISHOR VINAYAK HEGDE (1HC24IS018)</a:t>
            </a:r>
          </a:p>
          <a:p>
            <a:r>
              <a:rPr lang="en-US" dirty="0"/>
              <a:t>PRAKASH SURESH MADHAYYAPPAGOL (1HC24IS029)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CECAC1-D5A7-40B5-95CD-E3A4CD53F6C0}"/>
              </a:ext>
            </a:extLst>
          </p:cNvPr>
          <p:cNvSpPr txBox="1"/>
          <p:nvPr/>
        </p:nvSpPr>
        <p:spPr>
          <a:xfrm>
            <a:off x="0" y="471948"/>
            <a:ext cx="121920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DR. H N NATIONAL COLLEGE OF ENGINEERING</a:t>
            </a:r>
            <a:endParaRPr lang="en-IN" dirty="0"/>
          </a:p>
          <a:p>
            <a:pPr algn="ctr"/>
            <a:r>
              <a:rPr lang="en-IN" sz="1000" i="1" dirty="0"/>
              <a:t>(Affiliated to VTU, Belagavi, Approved by AICTE, New Delhi and Government of Karnataka)</a:t>
            </a:r>
            <a:endParaRPr lang="en-IN" sz="1000" dirty="0"/>
          </a:p>
          <a:p>
            <a:pPr algn="ctr"/>
            <a:r>
              <a:rPr lang="en-IN" sz="1000" i="1" dirty="0"/>
              <a:t>36B Cross, Jayanagar 7th block, Bengaluru – 560070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70233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55748-763A-68AB-A121-EA1DE8308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6980903"/>
            <a:ext cx="8534400" cy="599768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E5938-17CF-139C-697E-D96F6BAD44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22323"/>
            <a:ext cx="11114498" cy="47969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1. </a:t>
            </a:r>
            <a:r>
              <a:rPr lang="en-US" b="1" u="sng" dirty="0" err="1"/>
              <a:t>javax.swing</a:t>
            </a:r>
            <a:r>
              <a:rPr lang="en-US" b="1" u="sng" dirty="0"/>
              <a:t> (Standard Java)</a:t>
            </a:r>
          </a:p>
          <a:p>
            <a:pPr marL="0" indent="0">
              <a:buNone/>
            </a:pPr>
            <a:r>
              <a:rPr lang="en-US" dirty="0"/>
              <a:t>This is the heart of your UI. It provides the </a:t>
            </a:r>
            <a:r>
              <a:rPr lang="en-US" b="1" dirty="0" err="1"/>
              <a:t>JFrame</a:t>
            </a:r>
            <a:r>
              <a:rPr lang="en-US" dirty="0"/>
              <a:t> for the window, </a:t>
            </a:r>
            <a:r>
              <a:rPr lang="en-US" b="1" dirty="0" err="1"/>
              <a:t>JButton</a:t>
            </a:r>
            <a:r>
              <a:rPr lang="en-US" dirty="0"/>
              <a:t> for controls, and </a:t>
            </a:r>
            <a:r>
              <a:rPr lang="en-US" b="1" dirty="0" err="1"/>
              <a:t>JPanel</a:t>
            </a:r>
            <a:r>
              <a:rPr lang="en-US" dirty="0"/>
              <a:t> for the thumbnail grid. 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2. </a:t>
            </a:r>
            <a:r>
              <a:rPr lang="en-US" b="1" u="sng" dirty="0" err="1"/>
              <a:t>java.awt</a:t>
            </a:r>
            <a:r>
              <a:rPr lang="en-US" b="1" u="sng" dirty="0"/>
              <a:t> (Standard Java)</a:t>
            </a:r>
          </a:p>
          <a:p>
            <a:pPr marL="0" indent="0">
              <a:buNone/>
            </a:pPr>
            <a:r>
              <a:rPr lang="en-US" dirty="0"/>
              <a:t>While Swing provides the components, AWT provides the "engine" behind them. 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3. </a:t>
            </a:r>
            <a:r>
              <a:rPr lang="en-US" b="1" u="sng" dirty="0" err="1"/>
              <a:t>com.sun.jna</a:t>
            </a:r>
            <a:r>
              <a:rPr lang="en-US" b="1" u="sng" dirty="0"/>
              <a:t> (External Library)</a:t>
            </a:r>
          </a:p>
          <a:p>
            <a:pPr marL="0" indent="0">
              <a:buNone/>
            </a:pPr>
            <a:r>
              <a:rPr lang="en-US" dirty="0"/>
              <a:t>This is an external dependency. It allows your Java code to "reach out" of the Java Virtual Machine and talk to the Windows Operating System.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BA517-E41B-2C69-0C4B-39DD962AE7A3}"/>
              </a:ext>
            </a:extLst>
          </p:cNvPr>
          <p:cNvSpPr txBox="1"/>
          <p:nvPr/>
        </p:nvSpPr>
        <p:spPr>
          <a:xfrm>
            <a:off x="1052052" y="363794"/>
            <a:ext cx="102452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MODULES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3538442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A400-A08F-67E9-CC70-6371D1D03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84212" y="7452851"/>
            <a:ext cx="8534400" cy="481780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3C577-A79C-51B1-5353-F62931775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1" y="685800"/>
            <a:ext cx="10613053" cy="5449529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4. com.sun.jna.platform.win32 (External Library)</a:t>
            </a:r>
          </a:p>
          <a:p>
            <a:pPr marL="0" indent="0">
              <a:buNone/>
            </a:pPr>
            <a:r>
              <a:rPr lang="en-US" dirty="0"/>
              <a:t>A specialized part of JNA that contains pre-defined mappings for Windows. You use this to access </a:t>
            </a:r>
            <a:r>
              <a:rPr lang="en-US" b="1" dirty="0"/>
              <a:t>User32.dll</a:t>
            </a:r>
            <a:r>
              <a:rPr lang="en-US" dirty="0"/>
              <a:t>, which is the specific Windows library responsible for desktop management and the </a:t>
            </a:r>
            <a:r>
              <a:rPr lang="en-US" dirty="0" err="1"/>
              <a:t>SystemParametersInfoW</a:t>
            </a:r>
            <a:r>
              <a:rPr lang="en-US" dirty="0"/>
              <a:t> function.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5. </a:t>
            </a:r>
            <a:r>
              <a:rPr lang="en-US" b="1" u="sng" dirty="0" err="1"/>
              <a:t>java.util.concurrent</a:t>
            </a:r>
            <a:r>
              <a:rPr lang="en-US" b="1" u="sng" dirty="0"/>
              <a:t> (Standard Java)</a:t>
            </a:r>
          </a:p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 err="1"/>
              <a:t>ExecutorService</a:t>
            </a:r>
            <a:r>
              <a:rPr lang="en-US" dirty="0"/>
              <a:t> loads thumbnails in the </a:t>
            </a:r>
            <a:r>
              <a:rPr lang="en-US" dirty="0" err="1"/>
              <a:t>background.The</a:t>
            </a:r>
            <a:r>
              <a:rPr lang="en-US" dirty="0"/>
              <a:t> </a:t>
            </a:r>
            <a:r>
              <a:rPr lang="en-US" b="1" dirty="0" err="1"/>
              <a:t>ScheduledExecutorService</a:t>
            </a:r>
            <a:r>
              <a:rPr lang="en-US" dirty="0"/>
              <a:t> handles the slideshow timing logic.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u="sng" dirty="0"/>
              <a:t>6. </a:t>
            </a:r>
            <a:r>
              <a:rPr lang="en-IN" b="1" u="sng" dirty="0" err="1"/>
              <a:t>javax.imageio</a:t>
            </a:r>
            <a:r>
              <a:rPr lang="en-IN" b="1" u="sng" dirty="0"/>
              <a:t> (Standard Java)</a:t>
            </a:r>
          </a:p>
          <a:p>
            <a:pPr marL="0" indent="0">
              <a:buNone/>
            </a:pPr>
            <a:r>
              <a:rPr lang="en-IN" dirty="0"/>
              <a:t>This module is used in your </a:t>
            </a:r>
            <a:r>
              <a:rPr lang="en-IN" dirty="0" err="1"/>
              <a:t>loadThumbnail</a:t>
            </a:r>
            <a:r>
              <a:rPr lang="en-IN" dirty="0"/>
              <a:t> method. It provides the </a:t>
            </a:r>
            <a:r>
              <a:rPr lang="en-IN" dirty="0" err="1"/>
              <a:t>ImageIO.read</a:t>
            </a:r>
            <a:r>
              <a:rPr lang="en-IN" dirty="0"/>
              <a:t>() function, which decodes raw bytes from your .jpg or .</a:t>
            </a:r>
            <a:r>
              <a:rPr lang="en-IN" dirty="0" err="1"/>
              <a:t>png</a:t>
            </a:r>
            <a:r>
              <a:rPr lang="en-IN" dirty="0"/>
              <a:t> files into a </a:t>
            </a:r>
            <a:r>
              <a:rPr lang="en-IN" dirty="0" err="1"/>
              <a:t>BufferedImage</a:t>
            </a:r>
            <a:r>
              <a:rPr lang="en-IN" dirty="0"/>
              <a:t> that Java can manipulate.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187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93BC9-FF9D-77CA-FBA5-9A1AF80E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684212" y="7777315"/>
            <a:ext cx="8534400" cy="98323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74E8E-8B31-CF5A-ED67-750F24BE8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213852"/>
            <a:ext cx="10898188" cy="596080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u="sng" dirty="0"/>
              <a:t>7. java.io (Standard Java)</a:t>
            </a:r>
          </a:p>
          <a:p>
            <a:pPr marL="0" indent="0">
              <a:buNone/>
            </a:pPr>
            <a:r>
              <a:rPr lang="en-US" dirty="0"/>
              <a:t>This is the "File System" module. Your </a:t>
            </a:r>
            <a:r>
              <a:rPr lang="en-US" dirty="0" err="1"/>
              <a:t>DirectoryScanner</a:t>
            </a:r>
            <a:r>
              <a:rPr lang="en-US" dirty="0"/>
              <a:t> relies on the </a:t>
            </a:r>
            <a:r>
              <a:rPr lang="en-US" b="1" dirty="0"/>
              <a:t>File</a:t>
            </a:r>
            <a:r>
              <a:rPr lang="en-US" dirty="0"/>
              <a:t> class to navigate folders, check if files exist, and list the contents of the ~/Pictures directory.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8. </a:t>
            </a:r>
            <a:r>
              <a:rPr lang="en-US" b="1" u="sng" dirty="0" err="1"/>
              <a:t>java.util.logging</a:t>
            </a:r>
            <a:r>
              <a:rPr lang="en-US" b="1" u="sng" dirty="0"/>
              <a:t> (Standard Java)</a:t>
            </a:r>
          </a:p>
          <a:p>
            <a:pPr marL="0" indent="0">
              <a:buNone/>
            </a:pPr>
            <a:r>
              <a:rPr lang="en-US" dirty="0"/>
              <a:t>Used for the </a:t>
            </a:r>
            <a:r>
              <a:rPr lang="en-US" b="1" dirty="0"/>
              <a:t>Logger</a:t>
            </a:r>
            <a:r>
              <a:rPr lang="en-US" dirty="0"/>
              <a:t> instances. It allows your program to report "Setting wallpaper..." or "Error: File not found" to the console in a standardized format, which is essential for debugging the </a:t>
            </a:r>
            <a:r>
              <a:rPr lang="en-US" dirty="0" err="1"/>
              <a:t>WallpaperService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9. </a:t>
            </a:r>
            <a:r>
              <a:rPr lang="en-US" b="1" u="sng" dirty="0" err="1"/>
              <a:t>java.util</a:t>
            </a:r>
            <a:r>
              <a:rPr lang="en-US" b="1" u="sng" dirty="0"/>
              <a:t> (Standard Java Collections)</a:t>
            </a:r>
          </a:p>
          <a:p>
            <a:pPr marL="0" indent="0">
              <a:buNone/>
            </a:pPr>
            <a:r>
              <a:rPr lang="en-US" dirty="0"/>
              <a:t>This module provides the data structures that hold your app's state:</a:t>
            </a:r>
          </a:p>
          <a:p>
            <a:pPr marL="0" indent="0">
              <a:buNone/>
            </a:pPr>
            <a:r>
              <a:rPr lang="en-US" b="1" dirty="0" err="1"/>
              <a:t>LinkedHashMap</a:t>
            </a:r>
            <a:r>
              <a:rPr lang="en-US" dirty="0"/>
              <a:t>: Stores categories in the order they were found.</a:t>
            </a:r>
          </a:p>
          <a:p>
            <a:pPr marL="0" indent="0">
              <a:buNone/>
            </a:pPr>
            <a:r>
              <a:rPr lang="en-US" b="1" dirty="0" err="1"/>
              <a:t>ArrayList</a:t>
            </a:r>
            <a:r>
              <a:rPr lang="en-US" dirty="0"/>
              <a:t>: Stores the lists of image files.</a:t>
            </a:r>
          </a:p>
          <a:p>
            <a:pPr marL="0" indent="0">
              <a:buNone/>
            </a:pPr>
            <a:r>
              <a:rPr lang="en-US" b="1" dirty="0"/>
              <a:t>Set/</a:t>
            </a:r>
            <a:r>
              <a:rPr lang="en-US" b="1" dirty="0" err="1"/>
              <a:t>LinkedHashSet</a:t>
            </a:r>
            <a:r>
              <a:rPr lang="en-US" dirty="0"/>
              <a:t>: Manages the slideshow queue to ensure no duplicate images are added.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10. </a:t>
            </a:r>
            <a:r>
              <a:rPr lang="en-US" b="1" u="sng" dirty="0" err="1"/>
              <a:t>java.desktop</a:t>
            </a:r>
            <a:r>
              <a:rPr lang="en-US" b="1" u="sng" dirty="0"/>
              <a:t> (Java Module System)</a:t>
            </a:r>
          </a:p>
          <a:p>
            <a:pPr marL="0" indent="0">
              <a:buNone/>
            </a:pPr>
            <a:r>
              <a:rPr lang="en-US" dirty="0"/>
              <a:t>In modern Java (Version 9+), all the UI-related packages (Swing, AWT, </a:t>
            </a:r>
            <a:r>
              <a:rPr lang="en-US" dirty="0" err="1"/>
              <a:t>ImageIO</a:t>
            </a:r>
            <a:r>
              <a:rPr lang="en-US" dirty="0"/>
              <a:t>, Print, Accessibility) are grouped into one large module called </a:t>
            </a:r>
            <a:r>
              <a:rPr lang="en-US" dirty="0" err="1"/>
              <a:t>java.desktop</a:t>
            </a:r>
            <a:r>
              <a:rPr lang="en-US" dirty="0"/>
              <a:t>. This is the primary system module your application "requires" to run.</a:t>
            </a:r>
          </a:p>
        </p:txBody>
      </p:sp>
    </p:spTree>
    <p:extLst>
      <p:ext uri="{BB962C8B-B14F-4D97-AF65-F5344CB8AC3E}">
        <p14:creationId xmlns:p14="http://schemas.microsoft.com/office/powerpoint/2010/main" val="1793551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B8F6-19F7-5DD1-E3EB-8050E9B03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7334865"/>
            <a:ext cx="8534400" cy="235974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3504F-BE30-7C4E-1AF3-65EC8E15A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681316"/>
            <a:ext cx="10976846" cy="478831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Automated Content Discovery and Categorization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The program aims to simplify wallpaper management by recursively scanning the system's local "Pictures" directory. It automatically flattens complex folder structures into organized UI categories, filtering out non-image files and hidden system folders to ensure only valid media is presented to the user.</a:t>
            </a:r>
          </a:p>
          <a:p>
            <a:pPr marL="0" indent="0">
              <a:buNone/>
            </a:pPr>
            <a:r>
              <a:rPr lang="en-US" b="1" u="sng" dirty="0"/>
              <a:t>Asynchronous High-Performance UI Feedback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A core objective is to maintain a responsive user experience despite heavy I/O tasks. By using dedicated background thread pools for thumbnail generation and </a:t>
            </a:r>
            <a:r>
              <a:rPr lang="en-US" dirty="0" err="1"/>
              <a:t>CompletableFuture</a:t>
            </a:r>
            <a:r>
              <a:rPr lang="en-US" dirty="0"/>
              <a:t> for directory scanning, the program ensures that the interface remains fluid and interactive, even when processing thousands of high-resolution images.</a:t>
            </a:r>
          </a:p>
          <a:p>
            <a:pPr marL="0" indent="0">
              <a:buNone/>
            </a:pPr>
            <a:r>
              <a:rPr lang="en-US" b="1" u="sng" dirty="0"/>
              <a:t>Native OS Integration and Dynamic Environment Control</a:t>
            </a:r>
            <a:endParaRPr lang="en-US" u="sng" dirty="0"/>
          </a:p>
          <a:p>
            <a:pPr marL="0" indent="0">
              <a:buNone/>
            </a:pPr>
            <a:r>
              <a:rPr lang="en-US" dirty="0"/>
              <a:t>The program serves as a bridge between the Java Virtual Machine and the Windows desktop environment. By utilizing JNA (Java Native Access) to call user32.dll, it achieves the objective of programmatically controlling system-level settings, allowing for both instant wallpaper updates and automated, timed slideshow cycles through native API broadcasts.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99C100-15FA-CA91-9FE0-C0F97BC2CC34}"/>
              </a:ext>
            </a:extLst>
          </p:cNvPr>
          <p:cNvSpPr txBox="1"/>
          <p:nvPr/>
        </p:nvSpPr>
        <p:spPr>
          <a:xfrm>
            <a:off x="1032387" y="481781"/>
            <a:ext cx="1023538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OBJECTIVES</a:t>
            </a:r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7875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750B-82D5-0CEB-9D10-5E3B7020D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530712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en-US" sz="6600" dirty="0"/>
              <a:t>THANK YOU</a:t>
            </a:r>
            <a:endParaRPr lang="en-IN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656A8-432D-8058-54EA-48D45D8B0B81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684212" y="640081"/>
            <a:ext cx="8534400" cy="4571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954976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</TotalTime>
  <Words>671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Slice</vt:lpstr>
      <vt:lpstr>WALLPAPER ENGINE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Hemanth Naik.M</dc:creator>
  <cp:lastModifiedBy>Hemanth Naik.M</cp:lastModifiedBy>
  <cp:revision>1</cp:revision>
  <dcterms:created xsi:type="dcterms:W3CDTF">2026-05-07T17:38:16Z</dcterms:created>
  <dcterms:modified xsi:type="dcterms:W3CDTF">2026-06-12T06:45:22Z</dcterms:modified>
</cp:coreProperties>
</file>